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C42BA-AC69-432F-93EE-4CD482497873}" v="13" dt="2026-08-24T13:59:06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53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945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817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11111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247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569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978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35965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128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56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258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893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808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87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630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068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354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46553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3944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10441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74819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2085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8833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7806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2107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2784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47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6329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16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4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  <p:sldLayoutId id="2147483918" r:id="rId17"/>
    <p:sldLayoutId id="2147483919" r:id="rId18"/>
    <p:sldLayoutId id="2147483920" r:id="rId19"/>
    <p:sldLayoutId id="2147483921" r:id="rId20"/>
    <p:sldLayoutId id="2147483922" r:id="rId21"/>
    <p:sldLayoutId id="2147483923" r:id="rId22"/>
    <p:sldLayoutId id="2147483924" r:id="rId23"/>
    <p:sldLayoutId id="2147483925" r:id="rId24"/>
    <p:sldLayoutId id="2147483926" r:id="rId25"/>
    <p:sldLayoutId id="2147483927" r:id="rId26"/>
    <p:sldLayoutId id="2147483928" r:id="rId27"/>
    <p:sldLayoutId id="2147483929" r:id="rId28"/>
  </p:sldLayoutIdLst>
  <p:hf sldNum="0"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→ Drawing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CAD drawings automatically from Bill of Materials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so far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Python-based BOM-to-CAD prototype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data extracted from Excel using Pandas, and dimensions parsed from it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plate geometry and 46-hole pattern generated programmatically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drawing generated in DXF format using ezdxf — including outline, holes, dimensions, labels and callouts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DXF currently viewed and verified using an online CAD/DXF viewer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parameter validation and CAD layers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52360" y="1508760"/>
            <a:ext cx="4251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↔ Drawing Automation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48C20-27A8-95DD-B071-985757028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11" y="2092424"/>
            <a:ext cx="7875989" cy="382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0D3926-3605-F56B-4A8E-E71D48CB4414}"/>
              </a:ext>
            </a:extLst>
          </p:cNvPr>
          <p:cNvSpPr txBox="1"/>
          <p:nvPr/>
        </p:nvSpPr>
        <p:spPr>
          <a:xfrm>
            <a:off x="770021" y="393032"/>
            <a:ext cx="83739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→ Drawing</a:t>
            </a:r>
            <a:endParaRPr 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4B6C27-CFF8-1EFD-AF3B-C8E68C37C6A0}"/>
              </a:ext>
            </a:extLst>
          </p:cNvPr>
          <p:cNvSpPr txBox="1"/>
          <p:nvPr/>
        </p:nvSpPr>
        <p:spPr>
          <a:xfrm>
            <a:off x="1058779" y="15592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made by the BOM 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589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→ BOM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Bill of Materials data automatically from engineering drawings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approach: OpenCV + Tesseract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real drawing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— only read the title text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all dimensions and section labels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approach: Gemini API (gemini-3.6-flash)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vision model to read the drawing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part data in JSON format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processed by Python code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actual weights using standard steel engineering formulas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33474" y="1371600"/>
            <a:ext cx="0" cy="233172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411480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↔ Drawing Automation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E899F0-B590-4D12-FA4C-4B05BD46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980" y="4133088"/>
            <a:ext cx="8521190" cy="8785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A331AA-4E6C-6F7A-99E9-FC6565C8C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37948"/>
            <a:ext cx="2963275" cy="2923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Plans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both work streams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→ Drawing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94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prototype beyond Part 10 to handle other plate / part types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hole-pattern and geometry logic instead of hardcoded values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dimensioning and GD&amp;T standards matching shop drawing conventions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generated DXF in actual CAD software, not just an online viewer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export to DWG / STEP in addition to DXF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→ BOM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Gemini extraction accuracy on complex, multi-part drawings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validation / review step before weights are finalized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weight calculation to more materials and shapes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different drawing formats and standards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554480"/>
            <a:ext cx="0" cy="338328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F7F7F8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1206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goal: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both pipelines into one integrated BOM ⇄ Drawing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↔ Drawing Automation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17</TotalTime>
  <Words>296</Words>
  <Application>Microsoft Office PowerPoint</Application>
  <PresentationFormat>Widescreen</PresentationFormat>
  <Paragraphs>45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RUTIKA THAWARE</cp:lastModifiedBy>
  <cp:revision>2</cp:revision>
  <dcterms:created xsi:type="dcterms:W3CDTF">2026-08-24T13:38:01Z</dcterms:created>
  <dcterms:modified xsi:type="dcterms:W3CDTF">2026-08-24T13:59:15Z</dcterms:modified>
</cp:coreProperties>
</file>